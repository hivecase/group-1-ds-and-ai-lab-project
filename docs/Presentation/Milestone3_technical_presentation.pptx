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A1F2E"/>
                </a:solidFill>
                <a:latin typeface="Arial"/>
              </a:defRPr>
            </a:pPr>
            <a:r>
              <a:rPr lang="en-IN" sz="1250" b="0" i="0" u="none" strike="noStrike">
                <a:solidFill>
                  <a:srgbClr val="1A1F2E"/>
                </a:solidFill>
                <a:latin typeface="Arial"/>
              </a:rPr>
              <a:t>Measured comparison (15-epoch probe)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YOLO11m</c:v>
                </c:pt>
              </c:strCache>
            </c:strRef>
          </c:tx>
          <c:spPr>
            <a:solidFill>
              <a:srgbClr val="1B2A5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Params (M)</c:v>
                </c:pt>
                <c:pt idx="1">
                  <c:v>mAP@50 (×1000)</c:v>
                </c:pt>
                <c:pt idx="2">
                  <c:v>Infer (ms)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20.100000000000001</c:v>
                </c:pt>
                <c:pt idx="1">
                  <c:v>30.5</c:v>
                </c:pt>
                <c:pt idx="2">
                  <c:v>99.9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YOLOv8m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Params (M)</c:v>
                </c:pt>
                <c:pt idx="1">
                  <c:v>mAP@50 (×1000)</c:v>
                </c:pt>
                <c:pt idx="2">
                  <c:v>Infer (ms)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25.9</c:v>
                </c:pt>
                <c:pt idx="1">
                  <c:v>37.1</c:v>
                </c:pt>
                <c:pt idx="2">
                  <c:v>92.3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66548096"/>
        <c:axId val="1966545376"/>
      </c:barChart>
      <c:catAx>
        <c:axId val="1966548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1966545376"/>
        <c:crosses val="autoZero"/>
        <c:auto val="1"/>
        <c:lblAlgn val="ctr"/>
        <c:lblOffset val="100"/>
        <c:noMultiLvlLbl val="1"/>
      </c:catAx>
      <c:valAx>
        <c:axId val="1966545376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1966548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Precision@3</c:v>
                </c:pt>
              </c:strCache>
            </c:strRef>
          </c:tx>
          <c:spPr>
            <a:ln w="31750" cap="flat">
              <a:solidFill>
                <a:srgbClr val="C982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822A"/>
              </a:solidFill>
              <a:ln w="9525" cap="flat">
                <a:solidFill>
                  <a:srgbClr val="C9822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100:0</c:v>
                </c:pt>
                <c:pt idx="1">
                  <c:v>80:20</c:v>
                </c:pt>
                <c:pt idx="2">
                  <c:v>75:25</c:v>
                </c:pt>
                <c:pt idx="3">
                  <c:v>66:33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0.89300000000000002</c:v>
                </c:pt>
                <c:pt idx="1">
                  <c:v>0.90700000000000003</c:v>
                </c:pt>
                <c:pt idx="2">
                  <c:v>0.91300000000000003</c:v>
                </c:pt>
                <c:pt idx="3">
                  <c:v>0.91300000000000003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ln w="31750" cap="flat">
              <a:solidFill>
                <a:srgbClr val="2E9E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9E8F"/>
              </a:solidFill>
              <a:ln w="9525" cap="flat">
                <a:solidFill>
                  <a:srgbClr val="2E9E8F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100:0</c:v>
                </c:pt>
                <c:pt idx="1">
                  <c:v>80:20</c:v>
                </c:pt>
                <c:pt idx="2">
                  <c:v>75:25</c:v>
                </c:pt>
                <c:pt idx="3">
                  <c:v>66:33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</c:v>
                </c:pt>
                <c:pt idx="1">
                  <c:v>0.97699999999999998</c:v>
                </c:pt>
                <c:pt idx="2">
                  <c:v>0.97699999999999998</c:v>
                </c:pt>
                <c:pt idx="3">
                  <c:v>0.97699999999999998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6549728"/>
        <c:axId val="1966547552"/>
      </c:lineChart>
      <c:catAx>
        <c:axId val="1966549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1966547552"/>
        <c:crosses val="autoZero"/>
        <c:auto val="1"/>
        <c:lblAlgn val="ctr"/>
        <c:lblOffset val="100"/>
        <c:noMultiLvlLbl val="1"/>
      </c:catAx>
      <c:valAx>
        <c:axId val="1966547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196654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Detect (est.)</c:v>
                </c:pt>
                <c:pt idx="1">
                  <c:v>Severity</c:v>
                </c:pt>
                <c:pt idx="2">
                  <c:v>Retrieval</c:v>
                </c:pt>
                <c:pt idx="3">
                  <c:v>Report gen.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275</c:v>
                </c:pt>
                <c:pt idx="1">
                  <c:v>3</c:v>
                </c:pt>
                <c:pt idx="2">
                  <c:v>15</c:v>
                </c:pt>
                <c:pt idx="3">
                  <c:v>800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66545920"/>
        <c:axId val="1966546464"/>
      </c:barChart>
      <c:catAx>
        <c:axId val="1966545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1966546464"/>
        <c:crosses val="autoZero"/>
        <c:auto val="1"/>
        <c:lblAlgn val="ctr"/>
        <c:lblOffset val="100"/>
        <c:noMultiLvlLbl val="1"/>
      </c:catAx>
      <c:valAx>
        <c:axId val="196654646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1966545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42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778240" y="-914400"/>
            <a:ext cx="5486400" cy="5486400"/>
          </a:xfrm>
          <a:prstGeom prst="rect">
            <a:avLst/>
          </a:prstGeom>
          <a:solidFill>
            <a:srgbClr val="3B4FA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966960" y="3291840"/>
            <a:ext cx="4114800" cy="4114800"/>
          </a:xfrm>
          <a:prstGeom prst="rect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 LAB  ·  GROUP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Insurance Claims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Model Architecture Selection &amp; Pipeline Design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194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0749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Satyajeet Kumar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Gautam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Pranab Kumar Manna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Siva Kamal Guddanti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</a:t>
            </a: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defined the problem: automate the first-pass review of vehicle-damage insurance claims — detect damage, retrieve the governing policy clauses, and generate a structured preliminary report. Milestone 2 delivered the data foundation.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13,655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3182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VehiDE images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32,672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40782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damage instances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6.59 </a:t>
            </a:r>
            <a:r>
              <a:rPr lang="en-US" sz="2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49743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: shattered_glass imbalance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5431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5870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clauses indexed (5 docs)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5212080" cy="4709160"/>
          </a:xfrm>
          <a:prstGeom prst="roundRect">
            <a:avLst>
              <a:gd name="adj" fmla="val 1553"/>
            </a:avLst>
          </a:prstGeom>
          <a:solidFill>
            <a:srgbClr val="1B2A56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OBJECTIVES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2331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96912" y="23042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justify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96912" y="2642616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 every pipeline stage — Damage, Severity, Policy retrieval, Report generation — against alternatives and empirical evidence.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37490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96912" y="37216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pipeline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96912" y="4059936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end: user input to rendered report, including error handling and the human-escalation path.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0" y="52120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framing: not a novel model architecture, but a modular, independently-debuggable, cost-appropriate pipeline — the smallest, most measurable, most deployable model at every stage.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Agents, One Shared Context Bundle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8B92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2011680"/>
            <a:ext cx="2788920" cy="73152"/>
          </a:xfrm>
          <a:prstGeom prst="rect">
            <a:avLst/>
          </a:prstGeom>
          <a:solidFill>
            <a:srgbClr val="1B2A5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644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Agent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10128" y="2601468"/>
            <a:ext cx="384048" cy="237744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201168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8B92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011680"/>
            <a:ext cx="2788920" cy="73152"/>
          </a:xfrm>
          <a:prstGeom prst="rect">
            <a:avLst/>
          </a:prstGeom>
          <a:solidFill>
            <a:srgbClr val="3B4FA0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5644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Agent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053328" y="2601468"/>
            <a:ext cx="384048" cy="237744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9320" y="201168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8B92A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2011680"/>
            <a:ext cx="2788920" cy="7315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5644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796528" y="2601468"/>
            <a:ext cx="384048" cy="237744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2520" y="2011680"/>
            <a:ext cx="27889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8B92A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32520" y="2011680"/>
            <a:ext cx="2788920" cy="73152"/>
          </a:xfrm>
          <a:prstGeom prst="rect">
            <a:avLst/>
          </a:prstGeom>
          <a:solidFill>
            <a:srgbClr val="C9822A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25644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 </a:t>
            </a:r>
            <a:r>
              <a:rPr lang="en-US" sz="1200" i="1" dirty="0" smtClean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</a:t>
            </a: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plain function call over a shared, schema-defined bundle. Wrapping the stages as LangGraph nodes is planned for Milestone 4, not yet implemented.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orchestration framework yet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4088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sequential Python calls; each stage is independently testable against the shared schema.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25112" y="443484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a flag, not a gate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26280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/ missing coverage flows through — the Report Agent self-reports escalate_to_human in its own output.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47304" y="4434840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selected, not inferred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48472" y="5074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315-case exhaustive census proved damage profile cannot recover the applicable policy (Section 5.3).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 ARCHITECTURE SELECTION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Stage — Selected &amp; Justified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3968496"/>
        </p:xfrm>
        <a:graphic>
          <a:graphicData uri="http://schemas.openxmlformats.org/drawingml/2006/table">
            <a:tbl>
              <a:tblPr/>
              <a:tblGrid>
                <a:gridCol w="2331720"/>
                <a:gridCol w="2834640"/>
                <a:gridCol w="1965960"/>
                <a:gridCol w="4023360"/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YOLO11m (Ultralytics)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Bounding-box detection, 6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area-ratio proxy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/ Moderate / Severe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— embedding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Frozen, pre-trained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384-d dense query/chunk embedding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— sparse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(sklearn)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on corpus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 retrieval, fused via RRF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— vector 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ANN index, doc-scoped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llama-3.3-70b-versatile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openai/gpt-oss-20b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Prompted only (Groq)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report generation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module is trained end-to-end except the Damage Agent — the retrieval stack uses frozen/fit-only components, and the Report Agent is prompted, not fine-tuned (Milestone 1 scope).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DAMAGE 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— Single-Stage Detector, Three Parts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400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55648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824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CSP-style feature extractor — C3k2 blocks (replacing YOLOv8's C2f), producing multi-scale feature maps.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" y="3035808"/>
            <a:ext cx="6400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236976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1638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4930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PAN-FPN feature fusion + C2PSA partial self-attention at the deepest stage — improves small-object context, directly relevant given a 0.033 median normalised bbox area.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4517136"/>
            <a:ext cx="6400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718304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6451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97433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detection head — separate classification and box-regression branches, producing per-instance boxes and confidence.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269480" y="1554480"/>
            <a:ext cx="4389120" cy="4443984"/>
          </a:xfrm>
          <a:prstGeom prst="roundRect">
            <a:avLst>
              <a:gd name="adj" fmla="val 1875"/>
            </a:avLst>
          </a:prstGeom>
          <a:solidFill>
            <a:srgbClr val="1B2A56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SELECTED: `m` (MEDIUM)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2148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20.1M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5438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— measured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43800" y="3246120"/>
            <a:ext cx="3931920" cy="18288"/>
          </a:xfrm>
          <a:prstGeom prst="rect">
            <a:avLst/>
          </a:prstGeom>
          <a:solidFill>
            <a:srgbClr val="3A4780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342900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 s variants — faster, lower accuracy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/ x variants — too slow/large for CPU-basic HF Spaces inference target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the balance point for this deployment target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5074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head (-seg) is not used: VehiDE preprocessing produced bounding-box labels only, so plain detection is the correct fit, not a fallback.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JUSTIFICATION — DAMAGE 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vs. </a:t>
            </a:r>
            <a:r>
              <a:rPr lang="en-US" sz="2800" b="1" dirty="0" smtClean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trained on an identical 3,000-image subsample, escalated 3 → 5 → 15 epochs, under identical hyperparameters.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96596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965960"/>
            <a:ext cx="5349240" cy="3611880"/>
          </a:xfrm>
          <a:prstGeom prst="roundRect">
            <a:avLst>
              <a:gd name="adj" fmla="val 2278"/>
            </a:avLst>
          </a:prstGeom>
          <a:solidFill>
            <a:srgbClr val="F4F5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STATISTICAL TIE ON 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 delta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6112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0.0066 (&lt; 0.02 tie-break threshold)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6112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0.0046 vs 0.0081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/ epoch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61120" y="3520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1,370.8s vs 1,265.8s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inference memory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96112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 GB vs 1.44 GB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0" y="4526280"/>
            <a:ext cx="4800600" cy="18288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46634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YOLO11m selected on the pre-registered tie-break — C3k2/C2PSA attention blocks are reported to aid small-object detection, directly relevant given this dataset's tiny bounding boxes. YOLOv8m retained as the Milestone 4 baseline comparison at full scale.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POLICY 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Dense + Sparse Retrieval, Fused via RRF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8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4088" y="2359152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22.7M params, 384-d, frozen. 1.00 vs 0.94 Precision@3 against BGE-small on this corpus.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(sklearn)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26280" y="2359152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once on the 185-chunk corpus. Fixed the one dense-only zero-hit failure — a query mentioning "window" needing lexical, not semantic, weight.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5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48472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48472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48472" y="2359152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is ~50-60× faster in raw query latency — not operationally meaningful at 185 chunks. ChromaDB wins on metadata filtering (doc-scoping) + persistence.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: SPARSE WEIGHT SWEEP (50-INCIDENT EVAL)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02920" y="4343400"/>
          <a:ext cx="5577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355080" y="3977640"/>
            <a:ext cx="5303520" cy="2514600"/>
          </a:xfrm>
          <a:prstGeom prst="roundRect">
            <a:avLst>
              <a:gd name="adj" fmla="val 2909"/>
            </a:avLst>
          </a:prstGeom>
          <a:solidFill>
            <a:srgbClr val="1B2A56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41879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: 25 SELECTED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29400" y="4553712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75:25 and 66:33 tie on aggregate metrics — 75:25 kept as the more conservative choice, weighting the already-stronger dense signal more heavily. Zero zero-hit incidents at every ratio tested.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POLICY AGENT — DESIGN DECISIONS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Selected, Not </a:t>
            </a:r>
            <a:r>
              <a:rPr lang="en-US" sz="2800" b="1" dirty="0" smtClean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54406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AUTO-SELECT FROM DAMAGE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cases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 class subsets × 5 policies)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0040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— identical to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chance (1/5 policies)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4892040" cy="18288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033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 structurally, not just statistically: every policy covers all 6 damage classes, and everything that differs (insurer identity, depreciation tier, add-ons) is a contract fact, not a damage fact. More data would not fix this.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claimant explicitly selects a policy from a described catalog (Stage 1). Retrieval below is scoped to that choice.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B2A5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TWO-PASS, DOC-SCOPED RETRIEVAL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detected damage class, two separate queries scoped to the selected policy's doc_id: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27432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21D3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834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query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3145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coverage/definition chunks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70332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21D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794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query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41056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exclusion/sub-limit/condition chunks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7548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passes: a single mixed query tends to rank the coverage clause highest and bury the exclusion that actually caps or voids it — a report that only ever sees coverage will over-approve.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REPORT AGENT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Open-Weight Models, Run Head-to-Head via Groq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F5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llama-3.3-70b-versatile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strong general reasoning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F5F8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openai/gpt-oss-20b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084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20B (MoE)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~3.5× smaller, open-weight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primary/fallback pair — both models process every claim, for comparison purposes; the winner informs the eventual single-model production choice.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PAID FRONTIER API (E.G. GPT-4O)?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evaluation volume, and the empirical finding (next slide) that context quality — not model choice — gates correctness weakens the case for a premium model.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8404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SELF-HOSTED OPEN-SOURCE?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41605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hosting is incompatible with the CPU-basic HF Spaces deployment target. Groq's hosted API delivers the same open-weight-model benefits without the hosting burden.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516636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1B2A5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for: free-tier, fast (0.7–0.9s/report), OpenAI-compatible API — swapping providers later is a base-URL change.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END-TO-END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Claim, Start to Finish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0" cy="384048"/>
          </a:xfrm>
          <a:prstGeom prst="line">
            <a:avLst/>
          </a:prstGeom>
          <a:noFill/>
          <a:ln w="19050">
            <a:solidFill>
              <a:srgbClr val="E2E4E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4300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77640" y="1508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 uploads a damage photo, selects a policy from the catalog, optionally adds an incident narrative.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852928"/>
            <a:ext cx="0" cy="384048"/>
          </a:xfrm>
          <a:prstGeom prst="line">
            <a:avLst/>
          </a:prstGeom>
          <a:noFill/>
          <a:ln w="19050">
            <a:solidFill>
              <a:srgbClr val="E2E4E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430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235000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Agent: letterbox → YOLO11m → NMS → class, confidence, bbox, area_ratio per instance.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02920" y="3236976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694176"/>
            <a:ext cx="0" cy="384048"/>
          </a:xfrm>
          <a:prstGeom prst="line">
            <a:avLst/>
          </a:prstGeom>
          <a:noFill/>
          <a:ln w="19050">
            <a:solidFill>
              <a:srgbClr val="E2E4E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43000" y="3218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severity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77640" y="31912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Agent applies the global threshold table to each detection's area_ratio.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02920" y="4078224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31520" y="4535424"/>
            <a:ext cx="0" cy="384048"/>
          </a:xfrm>
          <a:prstGeom prst="line">
            <a:avLst/>
          </a:prstGeom>
          <a:noFill/>
          <a:ln w="19050">
            <a:solidFill>
              <a:srgbClr val="E2E4E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43000" y="40599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clauses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77640" y="403250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Two-pass, doc-scoped coverage + exclusion queries per detected class (Section 8/9).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02920" y="4919472"/>
            <a:ext cx="457200" cy="4572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43000" y="4901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977640" y="48737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 assembles the context bundle and returns a structured verdict per class, with citations and an escalation flag.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502920" y="57607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not a stage-skipping gate: every claim reaches the Report Agent. Low confidence or missing coverage is surfaced as escalate_to_human inside the structured output.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PIPELINE VERIFICATION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Contrastive Claims, Both Models, Mechanical Grading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 synthetic dry run, the Policy + Report Agent stack was verified against 10 deliberately contrastive scenarios — multi-class, escalation path, corpus-quirk stress tests — run through the real retrieval and generation stack, both models, scored by a mechanical (not LLM-judged) evaluator.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359152"/>
            <a:ext cx="146304" cy="146304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58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schema_valid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94760" y="2258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keys present, verdict in the allowed 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146304" cy="146304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254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citation_validity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94760" y="2825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cited clause was actually offered to the model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93008"/>
            <a:ext cx="146304" cy="146304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924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verdict_evidence_consistent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94760" y="3392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"covered" verdict must cite ≥1 coverage chunk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059936"/>
            <a:ext cx="146304" cy="146304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59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escalation_consistent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9476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flag matches the payload's true state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626864"/>
            <a:ext cx="146304" cy="146304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26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currency_violation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9476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monetary figure invented outside the offered clauses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331720"/>
            <a:ext cx="4800600" cy="3017520"/>
          </a:xfrm>
          <a:prstGeom prst="roundRect">
            <a:avLst>
              <a:gd name="adj" fmla="val 2727"/>
            </a:avLst>
          </a:prstGeom>
          <a:solidFill>
            <a:srgbClr val="1B2A5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5800" dirty="0"/>
          </a:p>
        </p:txBody>
      </p:sp>
      <p:sp>
        <p:nvSpPr>
          <p:cNvPr id="22" name="Text 20"/>
          <p:cNvSpPr/>
          <p:nvPr/>
        </p:nvSpPr>
        <p:spPr>
          <a:xfrm>
            <a:off x="6858000" y="33832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— BOTH MODELS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397764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payloads × 2 models = 20 reports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citations · Zero currency violations · Full grounding on every hard check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data-quality issues were found and documented: a clause-tagging bug (fixed) and PDF table-row garbling in one policy (found, flagged for correction).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HEADLINE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Quality Gates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21D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claim, flawed retrieval context (a real coverage clause was filtered out by a tagging bug):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llama-3.3-70b  →  "covered"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gpt-oss-20b  →  "excluded"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same input, opposite confident verdicts.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2E9E8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2918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claim, corrected context — no change to prompt, temperature, or model: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llama-3.3-70b  →  "covered"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gpt-oss-20b  →  "covered"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4892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E4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converge on the same correct answer.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COMPUTATIONAL REQUIREMENTS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Latency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47120" cy="2834640"/>
        </p:xfrm>
        <a:graphic>
          <a:graphicData uri="http://schemas.openxmlformats.org/drawingml/2006/table">
            <a:tbl>
              <a:tblPr/>
              <a:tblGrid>
                <a:gridCol w="3383280"/>
                <a:gridCol w="3931920"/>
                <a:gridCol w="393192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YOLO11m fine-tuning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(Colab / Kaggle, 16 GB)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~8.5–9.4 GB VRAM @ batch=4, 1280px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+ 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init ~16.5s; warm query ~10ms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generation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API (remote)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~0.7–0.9s per report round-trip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demo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Spaces CPU-basic (2 vCPU, 16 GB)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not yet built (Section 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PER-CLAIM LATENCY (NON-ESCALATED)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4526280"/>
          <a:ext cx="5577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6355080" y="41605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4F5F8"/>
          </a:solidFill>
          <a:ln/>
        </p:spPr>
      </p:sp>
      <p:sp>
        <p:nvSpPr>
          <p:cNvPr id="8" name="Text 4"/>
          <p:cNvSpPr/>
          <p:nvPr/>
        </p:nvSpPr>
        <p:spPr>
          <a:xfrm>
            <a:off x="6629400" y="4389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~1–1.5s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62940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single-class, non-escalated claim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629400" y="53949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dominates latency; detection latency is estimated (no CPU inference measured yet).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RISKS &amp; 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Risks, With Their Current Mitigation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109728" cy="109728"/>
          </a:xfrm>
          <a:prstGeom prst="ellipse">
            <a:avLst/>
          </a:prstGeom>
          <a:solidFill>
            <a:srgbClr val="C9822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1911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6.59:1 </a:t>
            </a: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scratch:shattered_glass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4251960" y="150876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cls-loss gain applied in probes; per-class weight vector not yet wired 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724912"/>
            <a:ext cx="109728" cy="109728"/>
          </a:xfrm>
          <a:prstGeom prst="ellipse">
            <a:avLst/>
          </a:prstGeom>
          <a:solidFill>
            <a:srgbClr val="C9822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global, not per-class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8712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bias by damage footprint size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251960" y="246888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calibration is identified future work — no data exists to calibrate against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685032"/>
            <a:ext cx="109728" cy="109728"/>
          </a:xfrm>
          <a:prstGeom prst="ellipse">
            <a:avLst/>
          </a:prstGeom>
          <a:solidFill>
            <a:srgbClr val="C9822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38313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photos vs. real handheld claims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251960" y="342900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addressed via augmentation; not yet stress-tested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38912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45152"/>
            <a:ext cx="109728" cy="109728"/>
          </a:xfrm>
          <a:prstGeom prst="ellipse">
            <a:avLst/>
          </a:prstGeom>
          <a:solidFill>
            <a:srgbClr val="C9822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480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orchestration framework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791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sequential function calls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251960" y="438912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wrapping planned for Milestone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349240"/>
            <a:ext cx="11155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605272"/>
            <a:ext cx="109728" cy="109728"/>
          </a:xfrm>
          <a:prstGeom prst="ellipse">
            <a:avLst/>
          </a:prstGeom>
          <a:solidFill>
            <a:srgbClr val="C9822A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440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table-row garbling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0120" y="5751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≥1 policy document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251960" y="534924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via evaluation; fix flagged, not yet applied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SUMMARY &amp; 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Milestone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THIS MILESTONE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79015"/>
            <a:ext cx="128016" cy="128016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 vs YOLOv8m empirical probe — architecture selected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02920" y="2645943"/>
            <a:ext cx="128016" cy="128016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597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Doc-scoped hybrid retrieval reproduces its M2 evaluation exactly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3212871"/>
            <a:ext cx="128016" cy="128016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266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10-payload faithfulness evaluation: 1.0 composite, both Groq models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02920" y="3779799"/>
            <a:ext cx="128016" cy="128016"/>
          </a:xfrm>
          <a:prstGeom prst="ellipse">
            <a:avLst/>
          </a:prstGeom>
          <a:solidFill>
            <a:srgbClr val="2E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935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315-case census formally rules out damage-based policy inference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35508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MILESTONE 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20873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8928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50-epoch YOLO11m + YOLOv8m baseline runs, real mAP@50/F1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355080" y="265425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4597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Milestone 2's per-class loss weights (replacing uniform gain)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355080" y="32211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0266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end-to-end run with live YOLO inference, not synthetic payloads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355080" y="37881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5935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escalation confidence threshold against real scores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355080" y="43550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160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PDF table-garbling issue; apply the clause-tag root-cause fix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355080" y="49219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727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pipeline stages as LangGraph nodes if an orchestrator is needed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02920" y="5989320"/>
            <a:ext cx="11155680" cy="18288"/>
          </a:xfrm>
          <a:prstGeom prst="rect">
            <a:avLst/>
          </a:prstGeom>
          <a:solidFill>
            <a:srgbClr val="3A478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· Data Science &amp; AI Lab · Milestone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2031</Words>
  <Application>Microsoft Office PowerPoint</Application>
  <PresentationFormat>Widescreen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5</cp:revision>
  <dcterms:created xsi:type="dcterms:W3CDTF">2026-07-23T17:50:27Z</dcterms:created>
  <dcterms:modified xsi:type="dcterms:W3CDTF">2026-07-23T18:02:06Z</dcterms:modified>
</cp:coreProperties>
</file>